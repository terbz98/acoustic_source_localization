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096" y="1691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1" i="0">
                <a:solidFill>
                  <a:srgbClr val="1A2233"/>
                </a:solidFill>
                <a:latin typeface="Arial"/>
              </a:rPr>
              <a:t>Finding the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434343"/>
                </a:solidFill>
                <a:latin typeface="Arial"/>
              </a:rPr>
              <a:t>A single microphone cannot measure how far away a sound is. Two can. What it takes to make that work, where it stops working, and the one measurement that decides between the two.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434343"/>
                </a:solidFill>
                <a:latin typeface="Arial"/>
              </a:rPr>
              <a:t>Distance Report  ·  11–18 August 2026    |    Steven Ha  夏國保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Where we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Direction was solved to a few degrees. Distance returned 3.00 m on every take, whatever the true distance was.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Widen the search to 10 m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and it returned 10.0 m. The number was not a measurement at all — it was the edge of the search grid.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Nine mechanisms were tried and all nine failed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for one shared reason: a quiet source nearby and a loud source far away produce very nearly the same signal at one microphone. Nothing in that recording breaks the tie.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Breaking it needs an EXTERNAL REFERENCE.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There are only four — a second viewpoint, a known emission time, a known source level, or a known reflector.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Two were actually recordable here: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a second microphone at a measured distance, and the floor as a reflector. Both were recorded and both were settled by measurement.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This deck reports both,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plus five later takes that push the winning method until it breaks — and one assumption that had to be corrected along the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The fix: two viewpoints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Each microphone reports a direction. The source is where the two lines cross. Exactly how two eyes judge depth.</a:t>
            </a:r>
          </a:p>
        </p:txBody>
      </p:sp>
      <p:pic>
        <p:nvPicPr>
          <p:cNvPr id="4" name="Picture 3" descr="B_cue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675120" cy="2696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210312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One mic must resolve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0.5 mm of wavefront bulge across an 11 cm sphere. Any 0.5 dB capsule mismatch swamps it.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Two mics must resolve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a 14° change in angle — and both mics already measure angle to within a few degrees.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same physical fact,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made roughly ten thousand times easier to see.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It needs no curvature,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no reverberation model, no time sync between the two recorders, and it works in any room or outdoors.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What was recorded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Seven takes over two sessions. The mics were physically rearranged between them — which matters more than it looks.</a:t>
            </a:r>
          </a:p>
        </p:txBody>
      </p:sp>
      <p:pic>
        <p:nvPicPr>
          <p:cNvPr id="4" name="Picture 3" descr="P1_twori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10881360" cy="4060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5332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B6472"/>
                </a:solidFill>
                <a:latin typeface="Arial"/>
              </a:rPr>
              <a:t>The blind axis is the line through both microphones. A source ON it gives both mics the identical bearing at every range, so the recording carries no distance at all. Every take here sits safely across it — including the two that failed.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Every take, scored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Direction holds up everywhere. Distance splits cleanly on one thing: whether the rotation between the two mics had been measured.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48840"/>
          <a:ext cx="108813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2651760"/>
                <a:gridCol w="1371600"/>
                <a:gridCol w="1371600"/>
                <a:gridCol w="12801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take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rig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azimuth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vs truth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5B6472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73152" marT="36576" marB="36576" anchor="ctr">
                    <a:lnB w="12700" cap="flat" cmpd="sng" algn="ctr">
                      <a:solidFill>
                        <a:srgbClr val="B9C2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11 Aug  front clap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side by side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–5.0°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2.78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+85%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passed, wrong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11 Aug  back clap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side by side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+0.7°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1.56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+4%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trusted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17 Aug  in front of Zylia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side by side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–0.7°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1.52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–4%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trusted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17 Aug  in front of Zoom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side by side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–2.7°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1.62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+3%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trusted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17 Aug  centre, elevated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side by side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–0.7°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1.66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+6%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9D6B"/>
                          </a:solidFill>
                          <a:latin typeface="Arial"/>
                        </a:rPr>
                        <a:t>trusted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17 Aug  left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front-back, Zylia front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+6.2°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3.14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+109%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rejected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17 Aug  right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front-back, Zoom front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2233"/>
                          </a:solidFill>
                          <a:latin typeface="Arial"/>
                        </a:rPr>
                        <a:t>+2.4°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2.40 m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+60%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C0392B"/>
                          </a:solidFill>
                          <a:latin typeface="Arial"/>
                        </a:rPr>
                        <a:t>passed, wrong</a:t>
                      </a:r>
                    </a:p>
                  </a:txBody>
                  <a:tcPr marL="91440" marR="73152" marT="36576" marB="36576" anchor="ctr">
                    <a:lnB w="7620" cap="flat" cmpd="sng" algn="ctr">
                      <a:solidFill>
                        <a:srgbClr val="E8EC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17720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Where the twist was known: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–4, +3, +6 and +4 per cent.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500" b="1" i="0">
                <a:solidFill>
                  <a:srgbClr val="1A2233"/>
                </a:solidFill>
                <a:latin typeface="Arial"/>
              </a:rPr>
              <a:t>Where it was not:</a:t>
            </a:r>
            <a:r>
              <a:rPr sz="1500" b="0" i="0">
                <a:solidFill>
                  <a:srgbClr val="1A2233"/>
                </a:solidFill>
                <a:latin typeface="Arial"/>
              </a:rPr>
              <a:t>  +60, +85 and +109 per cent. That is the entire split — same method, same geometry, one missing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How the answer is actually 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Not by crossing two single bearings — by asking every point in the room how well BOTH microphones agree with it.</a:t>
            </a:r>
          </a:p>
        </p:txBody>
      </p:sp>
      <p:pic>
        <p:nvPicPr>
          <p:cNvPr id="4" name="Picture 3" descr="P7_fused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0881360" cy="4175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8076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B6472"/>
                </a:solidFill>
                <a:latin typeface="Arial"/>
              </a:rPr>
              <a:t>Each mic contributes a whole power map, accumulated over every usable frame; the two are multiplied across the room. Crossing two peak bearings instead would put the answer metres away, because two peaks each a few degrees off do not average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What a distance is made of, and the one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The angle the two microphones disagree by IS the distance information. There is nothing else in the recording.</a:t>
            </a:r>
          </a:p>
        </p:txBody>
      </p:sp>
      <p:pic>
        <p:nvPicPr>
          <p:cNvPr id="4" name="Picture 3" descr="P5_parall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126480" cy="3474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6600" y="214884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At 1.50 m on a 1 m baseline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the two mics disagree by 36.9°.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Further away there is less of it.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18.9° at 3 m, 11.4° at 5 m.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RULE: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σ(r)/r ≈ (r/B) × σ(θ). Past r/B = 3 the two rays are too close to parallel and the answer stops meaning anything.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So the baseline grows with the range: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1 m to measure 1.5 m; 3–5 m to measure 5 m. Unlike curvature there is no ceiling — only a baseline you have to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A2233"/>
                </a:solidFill>
                <a:latin typeface="Arial"/>
              </a:rPr>
              <a:t>The twist: one unmeasured angle, and the distance doubles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If the two microphones are rotated relative to each other and nobody measured by how much, one of the two lines is drawn at the wrong angle.</a:t>
            </a:r>
          </a:p>
        </p:txBody>
      </p:sp>
      <p:pic>
        <p:nvPicPr>
          <p:cNvPr id="4" name="Picture 3" descr="P3_twist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035040" cy="3503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205740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A source really at 1.50 m,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reported through a twist nobody measured: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   5°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→  1.75 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   10°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→  2.09 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   15°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→  2.59 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   20°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→  3.37 m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Why it bites so hard: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the whole measurement is only 36.9° wide. Spend 15° of it on an unknown rotation and 40% of the signal is gone.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This is the single reason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three of the seven takes are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The correction: the rig was rebuilt between 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0392B"/>
                </a:solidFill>
                <a:latin typeface="Arial"/>
              </a:rPr>
              <a:t>An earlier version of this report called the two side takes physically impossible. They were not. Worth recording how the error was made.</a:t>
            </a:r>
          </a:p>
        </p:txBody>
      </p:sp>
      <p:pic>
        <p:nvPicPr>
          <p:cNvPr id="4" name="Picture 3" descr="P13_front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4846320" cy="3714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2057400"/>
            <a:ext cx="57150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claim was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that the source stood on the blind axis, so no distance existed in the recording. True for a side-by-side rig — which is what we assumed the rig was.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evidence against it was already there.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On a front-back rig the FRONT mic must read |az| &gt; 90° and the BACK mic |az| &lt; 90°. The Zylia read 105° in one take and –76° in the other.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wrong conclusion: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“no rig explains both, so the bearings are corrupt.”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right one: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no SINGLE rig does. The mics were physically swapped between the two recordings.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A2233"/>
                </a:solidFill>
                <a:latin typeface="Arial"/>
              </a:rPr>
              <a:t>The lesson:</a:t>
            </a:r>
            <a:r>
              <a:rPr sz="1300" b="0" i="0">
                <a:solidFill>
                  <a:srgbClr val="1A2233"/>
                </a:solidFill>
                <a:latin typeface="Arial"/>
              </a:rPr>
              <a:t>  when two measurements are each internally consistent but jointly impossible, suspect the apparatus before the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The trap: do not fit the twist to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The twist for the two side takes can be recovered from their azimuth error against the known source direction. It is tempting, and worthless.</a:t>
            </a:r>
          </a:p>
        </p:txBody>
      </p:sp>
      <p:pic>
        <p:nvPicPr>
          <p:cNvPr id="4" name="Picture 3" descr="P14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400800" cy="3592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2057400"/>
            <a:ext cx="41605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Fit it that way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and the distance comes back at exactly 1.50 m. Both takes. Every time.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That is not a confirmation.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What is left after the fit is a rotation COMMON to both rays, and a common rotation swings the answer around the midpoint without changing its RANGE.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So 1.50 m falls out by construction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— it would do so even if the true distance were 3 m.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Contrast the front takes,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where the twist came from three takes at once and was then checked against a distance nobody had used to derive it. That is what an independent confirmation looks like.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A2233"/>
                </a:solidFill>
                <a:latin typeface="Arial"/>
              </a:rPr>
              <a:t>Direction: azimuth everywhere, elevation on the Zylia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Neither depends on the twist, which is why both survived every take that distance did not.</a:t>
            </a:r>
          </a:p>
        </p:txBody>
      </p:sp>
      <p:pic>
        <p:nvPicPr>
          <p:cNvPr id="4" name="Picture 3" descr="P8_el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583680" cy="2320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2057400"/>
            <a:ext cx="4069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Azimuth is inside 6.2°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on all seven takes, on all three rig arrangements.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Elevation was there all along.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The elevated clap reads +15.6° against roughly +16° measured three independent ways.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The Zoom contributes nothing.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Its vertical map peaks at exactly 0.0° in every take, elevated or flat — at 1st order the vertical beam is too broad to beat the room, so it measures the diffuse field. Its hardware is fine; this is an estimator limit.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1A2233"/>
                </a:solidFill>
                <a:latin typeface="Arial"/>
              </a:rPr>
              <a:t>Fixed:</a:t>
            </a:r>
            <a:r>
              <a:rPr sz="1250" b="0" i="0">
                <a:solidFill>
                  <a:srgbClr val="1A2233"/>
                </a:solidFill>
                <a:latin typeface="Arial"/>
              </a:rPr>
              <a:t>  elevation now comes from the Zylia's map, not the mean of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The other reference: the floor, and why it is closed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A floor reflection is sound from an image source as far below the floor as the real one is above it. One mic, two arrivals, and the delay fixes the range.</a:t>
            </a:r>
          </a:p>
        </p:txBody>
      </p:sp>
      <p:pic>
        <p:nvPicPr>
          <p:cNvPr id="4" name="Picture 3" descr="M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583680" cy="27073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2057400"/>
            <a:ext cx="4114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A2233"/>
                </a:solidFill>
                <a:latin typeface="Arial"/>
              </a:rPr>
              <a:t>It failed, and not for the reason expected.</a:t>
            </a:r>
            <a:r>
              <a:rPr sz="1200" b="0" i="0">
                <a:solidFill>
                  <a:srgbClr val="1A2233"/>
                </a:solidFill>
                <a:latin typeface="Arial"/>
              </a:rPr>
              <a:t>  The floor is bare hardwood and returns about 96% of the pressure — absorption was never the problem.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A2233"/>
                </a:solidFill>
                <a:latin typeface="Arial"/>
              </a:rPr>
              <a:t>The CEILING echo lands 0.25 ms</a:t>
            </a:r>
            <a:r>
              <a:rPr sz="1200" b="0" i="0">
                <a:solidFill>
                  <a:srgbClr val="1A2233"/>
                </a:solidFill>
                <a:latin typeface="Arial"/>
              </a:rPr>
              <a:t>  from the floor echo. Twelve samples at 48 kHz, against a clap roughly 3 ms long. They do not merely overlap — they comb-filter, and the blend has no fixed direction.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A2233"/>
                </a:solidFill>
                <a:latin typeface="Arial"/>
              </a:rPr>
              <a:t>It is a HEIGHT problem, not a room problem.</a:t>
            </a:r>
            <a:r>
              <a:rPr sz="1200" b="0" i="0">
                <a:solidFill>
                  <a:srgbClr val="1A2233"/>
                </a:solidFill>
                <a:latin typeface="Arial"/>
              </a:rPr>
              <a:t>  The two echoes collide when the mic sits at (ceiling − source height). A standing talker at 1.55 m under a 2.70 m ceiling collides at 1.15 m — where a normal stand puts it.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 i="0">
                <a:solidFill>
                  <a:srgbClr val="1A2233"/>
                </a:solidFill>
                <a:latin typeface="Arial"/>
              </a:rPr>
              <a:t>The fix is one tripod adjustment:</a:t>
            </a:r>
            <a:r>
              <a:rPr sz="1200" b="0" i="0">
                <a:solidFill>
                  <a:srgbClr val="1A2233"/>
                </a:solidFill>
                <a:latin typeface="Arial"/>
              </a:rPr>
              <a:t>  drop the mic to 0.35 m and the two arrive 4 ms apart.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Recording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1A2233"/>
                </a:solidFill>
                <a:latin typeface="Arial"/>
              </a:rPr>
              <a:t>Every item here exists because something in this report went wrong without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1.  Record a FRONT take and a BACK take every setup.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check_mic_yaw.m measures the twist from those two alone, with no ground truth. One extra minute. This is the single highest-value item on the list — it is the difference between 4% and 85%.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2.  Tape the floor and label which mic is FRONT.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The two front-back arrangements give completely different distances and cannot be told apart from the audio afterwards.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3.  Never rebuild the rig mid-session without re-measuring.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The twist does not survive a teardown, and nothing downstream can detect that it changed.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4.  Tape-measure the baseline and write it down.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Distance scales linearly with it and it cannot be recovered from the audio.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5.  Keep the source broadside and r/B under 3.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Grow the baseline with the distance you want to measure.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2233"/>
                </a:solidFill>
                <a:latin typeface="Arial"/>
              </a:rPr>
              <a:t>6.  Watch the Zoom's level</a:t>
            </a:r>
            <a:r>
              <a:rPr sz="1400" b="0" i="0">
                <a:solidFill>
                  <a:srgbClr val="1A2233"/>
                </a:solidFill>
                <a:latin typeface="Arial"/>
              </a:rPr>
              <a:t>  — it clipped on every clap in both sessions — and write down the mic, source and ceiling heights.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A2233"/>
                </a:solidFill>
                <a:latin typeface="Arial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Distance is solved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by supplying the second viewpoint a single microphone can never have. Four takes land within 6% of a tape measure, against a railed and meaningless 3.00 m from every single-microphone method tried.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It fails on exactly one thing: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an unmeasured rotation between the two mics. That is a recording-time problem with a one-minute fix, not a limitation of the method.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Direction was never modified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and never failed — azimuth inside 6.2° on every take, elevation recovered on the Zylia.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The floor-bounce alternative is closed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for these recordings, by measurement rather than assumption, and the way to reopen it is known.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Two microphones have one blind axis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and you choose where to point it. Covering front and side at once needs a third microphone off the 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1A2233"/>
                </a:solidFill>
                <a:latin typeface="Arial"/>
              </a:rPr>
              <a:t/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2233"/>
                </a:solidFill>
                <a:latin typeface="Arial"/>
              </a:rPr>
              <a:t>What remains</a:t>
            </a:r>
            <a:r>
              <a:rPr sz="1450" b="0" i="0">
                <a:solidFill>
                  <a:srgbClr val="1A2233"/>
                </a:solidFill>
                <a:latin typeface="Arial"/>
              </a:rPr>
              <a:t>  is one session with a tape-measured baseline at three or four known distances, with a front/back pair at each. That turns correct answers into a calibration curve.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